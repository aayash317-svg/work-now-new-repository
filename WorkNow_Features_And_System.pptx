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WorkNow: Features &amp; System 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Dive into Core Capabilities &amp; Workflows</a:t>
            </a:r>
          </a:p>
        </p:txBody>
      </p:sp>
      <p:pic>
        <p:nvPicPr>
          <p:cNvPr id="4" name="Picture 3" descr="splash_screen_1777436870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WorkNow is designed for speed, security, and seamless gig matching.</a:t>
            </a:r>
          </a:p>
          <a:p>
            <a:pPr/>
            <a:r>
              <a:t>Phone-based OTP Authentication (Fast login)</a:t>
            </a:r>
          </a:p>
          <a:p>
            <a:pPr/>
            <a:r>
              <a:t>Role-Based Dashboards (Worker vs. Employer)</a:t>
            </a:r>
          </a:p>
          <a:p>
            <a:pPr/>
            <a:r>
              <a:t>Real-Time Location Matching (5km radius searches)</a:t>
            </a:r>
          </a:p>
          <a:p>
            <a:pPr/>
            <a:r>
              <a:t>Integrated Wallet &amp; Escrow Payments</a:t>
            </a:r>
          </a:p>
          <a:p>
            <a:pPr/>
            <a:r>
              <a:t>Automated Push Notifications (FCM) &amp; SMS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for Workers (Students)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Map-Based Discovery: See live jobs pinned on a map based on GPS.</a:t>
            </a:r>
          </a:p>
          <a:p>
            <a:pPr/>
            <a:r>
              <a:t>One-Click Applications: Apply to local gigs instantly.</a:t>
            </a:r>
          </a:p>
          <a:p>
            <a:pPr/>
            <a:r>
              <a:t>Trust &amp; KYC: Upload student ID/Aadhar to get a 'Verified' badge.</a:t>
            </a:r>
          </a:p>
          <a:p>
            <a:pPr/>
            <a:r>
              <a:t>Digital Wallet: Receive payments directly into the app.</a:t>
            </a:r>
          </a:p>
          <a:p>
            <a:pPr/>
            <a:r>
              <a:t>Rating System: Build reputation through successful task completions.</a:t>
            </a:r>
          </a:p>
        </p:txBody>
      </p:sp>
      <p:pic>
        <p:nvPicPr>
          <p:cNvPr id="4" name="Picture 3" descr="map_ui_17774369438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for Employers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Job Posting: Create a gig with location, budget, and required skills.</a:t>
            </a:r>
          </a:p>
          <a:p>
            <a:pPr/>
            <a:r>
              <a:t>Automated Matching: System automatically notifies the 10 closest qualified workers.</a:t>
            </a:r>
          </a:p>
          <a:p>
            <a:pPr/>
            <a:r>
              <a:t>Applicant Review: View worker profiles, ratings, and KYC status before hiring.</a:t>
            </a:r>
          </a:p>
          <a:p>
            <a:pPr/>
            <a:r>
              <a:t>Secure Payments: Top-up wallet via Razorpay and pay workers securely.</a:t>
            </a:r>
          </a:p>
          <a:p>
            <a:pPr/>
            <a:r>
              <a:t>Task Management: Track jobs from 'Open' to 'In Progress' to 'Completed'.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Posting &amp;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Job Creation</a:t>
            </a:r>
          </a:p>
          <a:p>
            <a:pPr/>
            <a:r>
              <a:t> - Employer submits a gig via the Frontend.</a:t>
            </a:r>
          </a:p>
          <a:p>
            <a:pPr/>
            <a:r>
              <a:t> - The Job Service saves it and publishes a 'job.created' event via Pub/Sub.</a:t>
            </a:r>
          </a:p>
          <a:p>
            <a:pPr/>
            <a:r>
              <a:t>Step 2: Geo-Radius Matching</a:t>
            </a:r>
          </a:p>
          <a:p>
            <a:pPr/>
            <a:r>
              <a:t> - The Matching Service listens to the event.</a:t>
            </a:r>
          </a:p>
          <a:p>
            <a:pPr/>
            <a:r>
              <a:t> - It queries Redis for workers within a 5km radius with matching skills.</a:t>
            </a:r>
          </a:p>
          <a:p>
            <a:pPr/>
            <a:r>
              <a:t> - Returns a ranked list of up to 10 best workers.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Applying &amp; Hiring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3: Notification &amp; Application</a:t>
            </a:r>
          </a:p>
          <a:p>
            <a:pPr/>
            <a:r>
              <a:t> - Notification Service pushes FCM alerts to the matched workers.</a:t>
            </a:r>
          </a:p>
          <a:p>
            <a:pPr/>
            <a:r>
              <a:t> - Worker clicks the alert, views the map, and applies.</a:t>
            </a:r>
          </a:p>
          <a:p>
            <a:pPr/>
            <a:r>
              <a:t> - The Employer receives a push notification about the new applicant.</a:t>
            </a:r>
          </a:p>
          <a:p>
            <a:pPr/>
            <a:r>
              <a:t>Step 4: Hiring &amp; Escrow</a:t>
            </a:r>
          </a:p>
          <a:p>
            <a:pPr/>
            <a:r>
              <a:t> - Employer selects a worker.</a:t>
            </a:r>
          </a:p>
          <a:p>
            <a:pPr/>
            <a:r>
              <a:t> - System conceptually escrows the funds from Employer's wallet.</a:t>
            </a:r>
          </a:p>
          <a:p>
            <a:pPr/>
            <a:r>
              <a:t> - Job status updates to 'IN_PROGRESS'.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Completion &amp; Payment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r>
              <a:t>Step 5: Task Completion &amp; Payout</a:t>
            </a:r>
          </a:p>
          <a:p>
            <a:pPr/>
            <a:r>
              <a:t> - Worker completes the task in real life.</a:t>
            </a:r>
          </a:p>
          <a:p>
            <a:pPr/>
            <a:r>
              <a:t> - Employer marks the job as 'Completed' in the app.</a:t>
            </a:r>
          </a:p>
          <a:p>
            <a:pPr/>
            <a:r>
              <a:t> - Job Service triggers 'job.completed' event.</a:t>
            </a:r>
          </a:p>
          <a:p>
            <a:pPr/>
            <a:r>
              <a:t> - Payment Service automatically transfers funds to the Worker's wallet.</a:t>
            </a:r>
          </a:p>
          <a:p>
            <a:pPr/>
            <a:r>
              <a:t> - Both parties are prompted to leave a rating.</a:t>
            </a:r>
          </a:p>
        </p:txBody>
      </p:sp>
      <p:pic>
        <p:nvPicPr>
          <p:cNvPr id="4" name="Picture 3" descr="wallet_ui_1777436980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Hood: Technical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 Architecture ensures decoupled, scalable processing.</a:t>
            </a:r>
          </a:p>
          <a:p>
            <a:pPr/>
            <a:r>
              <a:t>Frontend -&gt; API Gateway / Microservices (REST).</a:t>
            </a:r>
          </a:p>
          <a:p>
            <a:pPr/>
            <a:r>
              <a:t>Microservices communicate asynchronously via GCP Pub/Sub.</a:t>
            </a:r>
          </a:p>
          <a:p>
            <a:pPr/>
            <a:r>
              <a:t>Heavy reads (like Worker Locations) are cached in Redis.</a:t>
            </a:r>
          </a:p>
          <a:p>
            <a:pPr/>
            <a:r>
              <a:t>Razorpay webhooks securely update Wallet balances in PostgreSQL.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