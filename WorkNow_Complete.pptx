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009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lash_screen_17774368709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57200"/>
            <a:ext cx="594360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00D4FF"/>
                </a:solidFill>
              </a:rPr>
              <a:t>WorkNow</a:t>
            </a:r>
          </a:p>
          <a:p>
            <a:pPr algn="l"/>
            <a:r>
              <a:rPr sz="2600" b="1">
                <a:solidFill>
                  <a:srgbClr val="FFFFFF"/>
                </a:solidFill>
              </a:rPr>
              <a:t>Student Gig Marketplace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CCCCCC"/>
                </a:solidFill>
              </a:rPr>
              <a:t>Find Work.  Find Workers.  Instantly.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AADDFF"/>
                </a:solidFill>
              </a:rPr>
              <a:t>• Phone OTP Authentication</a:t>
            </a:r>
          </a:p>
          <a:p>
            <a:pPr algn="l"/>
            <a:r>
              <a:rPr sz="1400" b="0">
                <a:solidFill>
                  <a:srgbClr val="AADDFF"/>
                </a:solidFill>
              </a:rPr>
              <a:t>• Real-Time Location Matching</a:t>
            </a:r>
          </a:p>
          <a:p>
            <a:pPr algn="l"/>
            <a:r>
              <a:rPr sz="1400" b="0">
                <a:solidFill>
                  <a:srgbClr val="AADDFF"/>
                </a:solidFill>
              </a:rPr>
              <a:t>• Integrated Wallet &amp; Payments</a:t>
            </a:r>
          </a:p>
          <a:p>
            <a:pPr algn="l"/>
            <a:r>
              <a:rPr sz="1400" b="0">
                <a:solidFill>
                  <a:srgbClr val="AADDFF"/>
                </a:solidFill>
              </a:rPr>
              <a:t>• Push Notifications &amp; KYC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0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5555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Students need flexible income — but finding safe, quick gigs is hard.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Small employers need verified local help fast — but hiring is slow and risky.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Current Gaps: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No platform tailored to short-term, hyperlocal student gigs.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Existing platforms (Upwork, Fiverr) are designed for long-term remote work.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No verified identity / KYC for casual workers — safety risk for employers.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No real-time location-based job matching for offline/on-site gigs.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Payment disputes are common with no escrow mechanism.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Students lack a digital work history or rating system to build credibility.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The Need: A trusted, mobile-first marketplace where students can find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hyperlocal gigs instantly, and employers can hire with confidence.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4FF"/>
                </a:solidFill>
              </a:rPr>
              <a:t>📌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1206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WorkNow connects student freelancers with local short-term gigs.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👷 Worker (Student)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Browse nearby jobs on an interactive map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Apply with one tap and track tasks in real-time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Get paid directly to an in-app wallet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🏢 Employer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Post gigs with location, budget &amp; required skills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Instantly matched with verified students nearby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Review applicants, hire, and pay securely</a:t>
            </a:r>
          </a:p>
        </p:txBody>
      </p:sp>
      <p:pic>
        <p:nvPicPr>
          <p:cNvPr id="5" name="Picture 4" descr="splash_screen_17774368709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200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FFCC"/>
                </a:solidFill>
              </a:rPr>
              <a:t>🏗️ Micro-Service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1206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A production-grade monorepo (Turborepo) with six NestJS microservices.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🔐 Auth Service      – OTP login, JWT tokens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👤 User Service      – Profiles, KYC, wallet balance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💼 Job Service       – Gig CRUD, lifecycle management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📍 Matching Service  – Geo-radius + skill-based matching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💳 Payment Service   – Razorpay wallet &amp; payouts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🔔 Notification Svc  – FCM push &amp; MSG91 SMS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Event-driven: Services communicate via GCP Pub/Sub.</a:t>
            </a:r>
          </a:p>
        </p:txBody>
      </p:sp>
      <p:pic>
        <p:nvPicPr>
          <p:cNvPr id="5" name="Picture 4" descr="architecture_diagram_1777439904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200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D700"/>
                </a:solidFill>
              </a:rPr>
              <a:t>⚙️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Frontend:   Next.js 14, React 18, TypeScript, Tailwind CSS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Maps:       React-Leaflet, Google Maps API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Backend:    NestJS, TypeScript (6 microservices)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ORM:        Prisma ORM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Database:   PostgreSQL 15 (one DB per service)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Cache:      Redis 7  (OTPs, geo-locations, sessions)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Messaging:  Google Cloud Pub/Sub (emulated locally)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Payments:   Razorpay  (wallet top-up &amp; payouts)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Push Alerts: Firebase Cloud Messaging (FCM)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SMS:        MSG91  (OTP delivery)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DevOps:     Docker Compose, Turborepo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0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BB86FC"/>
                </a:solidFill>
              </a:rPr>
              <a:t>🔐 Feature: Registration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1206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Phone-based OTP Login — no password required.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How it works: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1. User enters phone number → Auth Service calls MSG91.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2. 6-digit OTP stored in Redis with 5-minute TTL.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3. User enters OTP → verified → JWT issued.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4. Role selected: WORKER or EMPLOYER.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Security: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Access Token: 15 min expiry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Refresh Token: 7 day expiry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OTP brute-force protected via Redis TTL</a:t>
            </a:r>
          </a:p>
        </p:txBody>
      </p:sp>
      <p:pic>
        <p:nvPicPr>
          <p:cNvPr id="5" name="Picture 4" descr="otp_login_1777440152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200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FF88"/>
                </a:solidFill>
              </a:rPr>
              <a:t>👷 Feature: Worker (Student)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1206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Map-Based Discovery: Live job pins on GPS map (5 km radius).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One-Click Apply: Apply to gigs instantly from the map.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Task Tracker: Monitor active &amp; completed gigs.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KYC Verification: Upload Aadhar/Student ID for 'Verified' badge.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Rating System: Build reputation through successful completions.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Digital Wallet: Receive payout directly to in-app balance.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Push Notifications: Instant alert for every new matching job.</a:t>
            </a:r>
          </a:p>
        </p:txBody>
      </p:sp>
      <p:pic>
        <p:nvPicPr>
          <p:cNvPr id="5" name="Picture 4" descr="map_ui_17774369438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200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1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9900"/>
                </a:solidFill>
              </a:rPr>
              <a:t>🏢 Feature: Employer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1206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Rapid Job Posting: Set title, location (Google Places), budget &amp; skills.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Automated Matching: Top 10 nearest verified workers notified instantly.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Applicant Review: View profiles, ratings &amp; KYC status before hiring.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Escrow Payments: Funds secured on hire; released on completion.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Task Dashboard: Track jobs — OPEN → ASSIGNED → COMPLETED.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Transaction History: Full log of all wallet movements.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Push Alerts: Notified on every application received.</a:t>
            </a:r>
          </a:p>
        </p:txBody>
      </p:sp>
      <p:pic>
        <p:nvPicPr>
          <p:cNvPr id="5" name="Picture 4" descr="kyc_verification_17774400553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200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4FF"/>
                </a:solidFill>
              </a:rPr>
              <a:t>🔄 System Working: Step 1 &amp; 2 – Post &amp;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STEP 1 — Job Creation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Employer fills form → Frontend sends POST /jobs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Job Service saves to PostgreSQL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Publishes 'job.created' event → GCP Pub/Sub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STEP 2 — Geo-Radius Matching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Matching Service receives 'job.created' event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Queries Redis for workers within 5 km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Filters by skill overlap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Returns ranked list of up to 10 workers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Notification Service sends FCM push to each worker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5599"/>
                </a:solidFill>
              </a:rPr>
              <a:t>🔄 System Working: Step 3 &amp; 4 – Apply &amp; Hire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STEP 3 — Application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Worker receives push → opens app → views job on map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Taps 'Apply' → Frontend sends POST /jobs/:id/apply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Job Service publishes 'application.submitted' event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Employer receives push: 'New applicant received'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STEP 4 — Hiring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Employer reviews applicant profiles &amp; ratings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Selects a worker → PATCH /jobs/:id/hire/:workerId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Job status → ASSIGNED → IN_PROGRESS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Employer wallet balance conceptually escrowed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FF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FFCC"/>
                </a:solidFill>
              </a:rPr>
              <a:t>🔄 System Working: Step 5 – Complete &amp; 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1206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STEP 5 — Task Completion &amp; Payout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Worker completes task in real life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Employer taps 'Mark as Done' → PATCH /jobs/:id/complete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Job Service publishes 'job.completed' event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Payment Service transfers funds: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     Employer Wallet  ──▶  Worker Wallet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Transaction logged in worknow_payment DB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Both parties notified via FCM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• Both prompted to rate each other</a:t>
            </a:r>
          </a:p>
        </p:txBody>
      </p:sp>
      <p:pic>
        <p:nvPicPr>
          <p:cNvPr id="5" name="Picture 4" descr="wallet_ui_17774369801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200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D700"/>
                </a:solidFill>
              </a:rPr>
              <a:t>⚙️ Under the Hood: Technical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8412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Frontend  →  REST API calls to individual microservices.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Microservices  →  Async events via GCP Pub/Sub topics.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Redis  →  Caches OTPs (TTL), worker locations, sessions.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PostgreSQL  →  Each service owns its own isolated database.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Razorpay Webhooks  →  Securely verify payments before crediting wallet.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Prisma ORM  →  Type-safe DB access with migration support.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Turborepo  →  Parallel builds &amp; dev across all services.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Docker Compose  →  One command to start Postgres, Redis &amp; Pub/Sub.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0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55FF"/>
                </a:solidFill>
              </a:rPr>
              <a:t>Mobile-First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1206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The entire platform is designed mobile-first.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GPS Location: Detects user position automatically.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Map UI: Jobs shown as interactive pins (React-Leaflet).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Push Alerts: Firebase FCM for real-time notifications.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SMS OTP: MSG91 for secure phone verification.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Mobile Wallet: Top-up and check balance on the go.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LAN Access: Dev server binds to 0.0.0.0 for phone testing.</a:t>
            </a:r>
          </a:p>
        </p:txBody>
      </p:sp>
      <p:pic>
        <p:nvPicPr>
          <p:cNvPr id="5" name="Picture 4" descr="map_ui_17774369438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200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FF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D4FF"/>
                </a:solidFill>
              </a:rPr>
              <a:t>Frontend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1206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Framework: Next.js 14 App Router — React 18, TypeScript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Styling: Tailwind CSS 3 + Material Symbols (icons)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Pages &amp; Routes: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/              – Animated splash screen with gradient blobs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/login         – Phone entry + 6-digit OTP verification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/worker/home   – Map-based job feed (React-Leaflet + GPS)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/worker/job    – Job detail view and application form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/worker/tasks  – Active and completed task history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/worker/wallet – Earnings, balance &amp; transaction history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/worker/profile– Profile editor + KYC document upload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/customer/home – Employer dashboard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/customer/post-job – Create a new gig (Google Places API)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/customer/tasks– Manage jobs, review applicants, hire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  /customer/wallet– Top-up wallet, payment history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Auth: NextAuth.js session management + Supabase JS</a:t>
            </a:r>
          </a:p>
        </p:txBody>
      </p:sp>
      <p:pic>
        <p:nvPicPr>
          <p:cNvPr id="5" name="Picture 4" descr="otp_login_1777440152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200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FFCC"/>
                </a:solidFill>
              </a:rPr>
              <a:t>Backend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1206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FFFFFF"/>
                </a:solidFill>
              </a:rPr>
              <a:t>Framework: NestJS + TypeScript — 6 independent microservices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Each service runs on its own port with its own PostgreSQL DB.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Auth Service   (port 3001): OTP via MSG91, JWT access+refresh tokens, Redis TTL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User Service   (port 3002): UserProfile, KYC docs (PENDING/VERIFIED/REJECTED), ratings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Job Service    (port 3003): Gig CRUD, status: OPEN-&gt;ASSIGNED-&gt;IN_PROGRESS-&gt;COMPLETED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Matching Svc   (port 3006): Geo-radius (5km) in Redis, skill filter, top-10 worker rank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Payment Svc    (port 3004): Razorpay orders &amp; webhooks, wallet top-up, fund transfers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Notification   (port 3005): Subscribes to Pub/Sub, sends FCM push + MSG91 SMS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Database: Prisma ORM — type-safe queries + migration support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Messaging: GCP Pub/Sub — job.created / application.submitted / payment.completed</a:t>
            </a:r>
          </a:p>
          <a:p>
            <a:pPr algn="l"/>
            <a:r>
              <a:rPr sz="1500" b="0">
                <a:solidFill>
                  <a:srgbClr val="DDDDDD"/>
                </a:solidFill>
              </a:rPr>
              <a:t>DevOps: Turborepo (parallel builds), Docker Compose (Postgres + Redis + Pub/Sub)</a:t>
            </a:r>
          </a:p>
        </p:txBody>
      </p:sp>
      <p:pic>
        <p:nvPicPr>
          <p:cNvPr id="5" name="Picture 4" descr="architecture_diagram_1777439904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320040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812280"/>
            <a:ext cx="91440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D4FF"/>
                </a:solidFill>
              </a:rPr>
              <a:t>Thank You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2200" b="1">
                <a:solidFill>
                  <a:srgbClr val="FFFFFF"/>
                </a:solidFill>
              </a:rPr>
              <a:t>WorkNow — Student Gig Marketplace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800" b="0">
                <a:solidFill>
                  <a:srgbClr val="AAAAAA"/>
                </a:solidFill>
              </a:rPr>
              <a:t>Built with ❤️ for students who hustle.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888888"/>
                </a:solidFill>
              </a:rPr>
              <a:t>Next.js  •  NestJS  •  PostgreSQL  •  Redis  •  Razorpay  •  FCM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