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WorkNow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Student Gig Marketplace</a:t>
            </a:r>
          </a:p>
          <a:p>
            <a:r>
              <a:t>Find Work. Find Workers. Instantly.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WorkNow connects students with flexible, short-term local gigs.</a:t>
            </a:r>
          </a:p>
          <a:p>
            <a:pPr/>
            <a:r>
              <a:t>Provides small employers a fast way to hire verified student talent.</a:t>
            </a:r>
          </a:p>
          <a:p>
            <a:pPr/>
            <a:r>
              <a:t>Worker Role: Browse nearby gigs on a map, apply, complete tasks, get paid.</a:t>
            </a:r>
          </a:p>
          <a:p>
            <a:pPr/>
            <a:r>
              <a:t>Employer Role: Post jobs with location &amp; budget, review applicants, hire, pay.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Micro-Service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Next.js 14 App Router (Mobile &amp; Web experiences).</a:t>
            </a:r>
          </a:p>
          <a:p>
            <a:pPr/>
            <a:r>
              <a:t>Backend: Six independently deployable NestJS microservices.</a:t>
            </a:r>
          </a:p>
          <a:p>
            <a:pPr/>
            <a:r>
              <a:t>Services: Auth, User, Job, Payment, Matching, Notification.</a:t>
            </a:r>
          </a:p>
          <a:p>
            <a:pPr/>
            <a:r>
              <a:t>Communication: Event-driven async via Google Cloud Pub/Sub.</a:t>
            </a:r>
          </a:p>
          <a:p>
            <a:pPr/>
            <a:r>
              <a:t>Infrastructure: Docker Compose, Turborepo.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18, Tailwind CSS, Google Maps API.</a:t>
            </a:r>
          </a:p>
          <a:p>
            <a:pPr/>
            <a:r>
              <a:t>Backend Framework: NestJS, TypeScript.</a:t>
            </a:r>
          </a:p>
          <a:p>
            <a:pPr/>
            <a:r>
              <a:t>Database: PostgreSQL 15, Prisma ORM.</a:t>
            </a:r>
          </a:p>
          <a:p>
            <a:pPr/>
            <a:r>
              <a:t>Cache/State: Redis 7.</a:t>
            </a:r>
          </a:p>
          <a:p>
            <a:pPr/>
            <a:r>
              <a:t>External APIs: Razorpay, Firebase FCM (Push), MSG91 (SMS).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Registration &amp;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Phone-based OTP Authentication using MSG91 &amp; Redis.</a:t>
            </a:r>
          </a:p>
          <a:p>
            <a:pPr/>
            <a:r>
              <a:t>Role Selection at signup: Worker or Employer.</a:t>
            </a:r>
          </a:p>
          <a:p>
            <a:pPr/>
            <a:r>
              <a:t>Profile Creation with Skills &amp; Location data.</a:t>
            </a:r>
          </a:p>
          <a:p>
            <a:pPr/>
            <a:r>
              <a:t>KYC Verification: Upload Aadhar/Student ID for Admin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Job Lifecycle &amp;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Employer posts job with budget, location, and skills.</a:t>
            </a:r>
          </a:p>
          <a:p>
            <a:pPr/>
            <a:r>
              <a:t>Matching Service performs geo-radius search (5km) and skill filtering.</a:t>
            </a:r>
          </a:p>
          <a:p>
            <a:pPr/>
            <a:r>
              <a:t>Workers receive push notifications for nearby matched gigs.</a:t>
            </a:r>
          </a:p>
          <a:p>
            <a:pPr/>
            <a:r>
              <a:t>Worker applies via map UI, Employer reviews profile and hires.</a:t>
            </a:r>
          </a:p>
          <a:p>
            <a:pPr/>
            <a:r>
              <a:t>Upon task completion, Employer marks job as done.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Integrated Wallet for both Workers and Employers.</a:t>
            </a:r>
          </a:p>
          <a:p>
            <a:pPr/>
            <a:r>
              <a:t>Employers top-up via Razorpay payment gateway.</a:t>
            </a:r>
          </a:p>
          <a:p>
            <a:pPr/>
            <a:r>
              <a:t>Funds conceptually escrowed upon hiring a worker.</a:t>
            </a:r>
          </a:p>
          <a:p>
            <a:pPr/>
            <a:r>
              <a:t>Automated transfer to Worker's wallet on job completion.</a:t>
            </a:r>
          </a:p>
          <a:p>
            <a:pPr/>
            <a:r>
              <a:t>Full transaction history logged.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Mobile-First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Location Awareness: Uses GPS to find gigs in real-time.</a:t>
            </a:r>
          </a:p>
          <a:p>
            <a:pPr/>
            <a:r>
              <a:t>Push Notifications: Instant alerts for matches, applications, and payments.</a:t>
            </a:r>
          </a:p>
          <a:p>
            <a:pPr/>
            <a:r>
              <a:t>Mobile Wallet: Easy top-ups and balance checks on the go.</a:t>
            </a:r>
          </a:p>
          <a:p>
            <a:pPr/>
            <a:r>
              <a:t>Map-first UI using React-Leaflet for gig discovery.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